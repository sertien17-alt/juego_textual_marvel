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61D2E"/>
          </a:solidFill>
          <a:ln w="12700">
            <a:solidFill>
              <a:srgbClr val="161D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65392" y="0"/>
            <a:ext cx="36576" cy="51435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502920"/>
            <a:ext cx="3200400" cy="80467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02920"/>
            <a:ext cx="3200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MARVEL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1444752"/>
            <a:ext cx="5852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Último Héroe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57200" y="2176272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técnica del script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596896"/>
            <a:ext cx="3200400" cy="2286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788920"/>
            <a:ext cx="27432" cy="20116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770632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Bash 4+ · POSIX puro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172968"/>
            <a:ext cx="27432" cy="20116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3154680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dependencias externas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557016"/>
            <a:ext cx="27432" cy="20116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3538728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~377 líneas · 1 fichero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941064"/>
            <a:ext cx="27432" cy="20116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39227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Defensa del Proyecto 2025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675120" y="82296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6675120" y="1371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675120" y="18288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6675120" y="2377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Comandos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675120" y="28346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6675120" y="33832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Ítems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675120" y="38404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4000" dirty="0"/>
          </a:p>
        </p:txBody>
      </p:sp>
      <p:sp>
        <p:nvSpPr>
          <p:cNvPr id="24" name="Text 22"/>
          <p:cNvSpPr/>
          <p:nvPr/>
        </p:nvSpPr>
        <p:spPr>
          <a:xfrm>
            <a:off x="6675120" y="43891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201168"/>
            <a:ext cx="502920" cy="34747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20116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60120" y="201168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47472" y="621792"/>
            <a:ext cx="8458200" cy="16459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956048"/>
            <a:ext cx="914400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4974336"/>
            <a:ext cx="8458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MARVEL: El Último Héroe  ·  Aventura Textual bash  ·  2025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47472" y="4974336"/>
            <a:ext cx="8458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47472" y="804672"/>
            <a:ext cx="4224528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7472" y="804672"/>
            <a:ext cx="45720" cy="8229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" y="804672"/>
            <a:ext cx="4754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69264" y="1005840"/>
            <a:ext cx="16459" cy="42062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42416" y="896112"/>
            <a:ext cx="3401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 general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42416" y="1225296"/>
            <a:ext cx="3401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Lenguaje, dependencias, datos técnicos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47472" y="1810512"/>
            <a:ext cx="4224528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47472" y="1810512"/>
            <a:ext cx="45720" cy="8229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" y="1810512"/>
            <a:ext cx="4754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69264" y="2011680"/>
            <a:ext cx="16459" cy="42062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42416" y="1901952"/>
            <a:ext cx="3401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del código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42416" y="2231136"/>
            <a:ext cx="3401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y responsabilidades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47472" y="2816352"/>
            <a:ext cx="4224528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47472" y="2816352"/>
            <a:ext cx="45720" cy="8229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" y="2816352"/>
            <a:ext cx="4754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969264" y="3017520"/>
            <a:ext cx="16459" cy="42062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42416" y="2907792"/>
            <a:ext cx="3401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Comandos — tabla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42416" y="3236976"/>
            <a:ext cx="3401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comandos con sinónimos y funciones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47472" y="3822192"/>
            <a:ext cx="4224528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47472" y="3822192"/>
            <a:ext cx="45720" cy="8229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" y="3822192"/>
            <a:ext cx="4754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969264" y="4023360"/>
            <a:ext cx="16459" cy="42062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42416" y="3913632"/>
            <a:ext cx="3401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Movimiento y exploración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042416" y="4242816"/>
            <a:ext cx="3401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ir, mirar, explorar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36592" y="804672"/>
            <a:ext cx="4224528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36592" y="804672"/>
            <a:ext cx="45720" cy="8229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73752" y="804672"/>
            <a:ext cx="4754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5358384" y="1005840"/>
            <a:ext cx="16459" cy="42062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31536" y="896112"/>
            <a:ext cx="3401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Objetos e inventario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431536" y="1225296"/>
            <a:ext cx="3401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coger, usar, examinar, inventario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736592" y="1810512"/>
            <a:ext cx="4224528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736592" y="1810512"/>
            <a:ext cx="45720" cy="8229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73752" y="1810512"/>
            <a:ext cx="4754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5358384" y="2011680"/>
            <a:ext cx="16459" cy="42062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31536" y="1901952"/>
            <a:ext cx="3401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combate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5431536" y="2231136"/>
            <a:ext cx="3401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cmd_atacar() — lógica completa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736592" y="2816352"/>
            <a:ext cx="4224528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736592" y="2816352"/>
            <a:ext cx="45720" cy="8229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73752" y="2816352"/>
            <a:ext cx="4754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5358384" y="3017520"/>
            <a:ext cx="16459" cy="42062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431536" y="2907792"/>
            <a:ext cx="3401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y objetos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5431536" y="3236976"/>
            <a:ext cx="3401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zonas · 10 ítems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736592" y="3822192"/>
            <a:ext cx="4224528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4736592" y="3822192"/>
            <a:ext cx="45720" cy="8229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873752" y="3822192"/>
            <a:ext cx="4754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5358384" y="4023360"/>
            <a:ext cx="16459" cy="42062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431536" y="3913632"/>
            <a:ext cx="3401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Añadir nuevo enemigo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5431536" y="4242816"/>
            <a:ext cx="3401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paso a paso con código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201168"/>
            <a:ext cx="502920" cy="34747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20116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60120" y="201168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 GENERAL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47472" y="621792"/>
            <a:ext cx="8458200" cy="16459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956048"/>
            <a:ext cx="914400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4974336"/>
            <a:ext cx="8458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MARVEL: El Último Héroe  ·  Aventura Textual bash  ·  2025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47472" y="4974336"/>
            <a:ext cx="8458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47472" y="804672"/>
            <a:ext cx="2670048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7472" y="804672"/>
            <a:ext cx="2670048" cy="4114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" y="987552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12064" y="1280160"/>
            <a:ext cx="23408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Bash 4+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512064" y="1956816"/>
            <a:ext cx="23408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Compatible POSIX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0" y="804672"/>
            <a:ext cx="2670048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0" y="804672"/>
            <a:ext cx="2670048" cy="41148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64992" y="987552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DEPENDENCIAS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364992" y="1280160"/>
            <a:ext cx="23408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200" dirty="0"/>
          </a:p>
        </p:txBody>
      </p:sp>
      <p:sp>
        <p:nvSpPr>
          <p:cNvPr id="20" name="Text 18"/>
          <p:cNvSpPr/>
          <p:nvPr/>
        </p:nvSpPr>
        <p:spPr>
          <a:xfrm>
            <a:off x="3364992" y="1956816"/>
            <a:ext cx="23408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coreutils estándar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053328" y="804672"/>
            <a:ext cx="2670048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53328" y="804672"/>
            <a:ext cx="2670048" cy="4114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0" y="987552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217920" y="1280160"/>
            <a:ext cx="23408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~377</a:t>
            </a:r>
            <a:endParaRPr lang="en-US" sz="4200" dirty="0"/>
          </a:p>
        </p:txBody>
      </p:sp>
      <p:sp>
        <p:nvSpPr>
          <p:cNvPr id="25" name="Text 23"/>
          <p:cNvSpPr/>
          <p:nvPr/>
        </p:nvSpPr>
        <p:spPr>
          <a:xfrm>
            <a:off x="6217920" y="1956816"/>
            <a:ext cx="23408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único fichero .sh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47472" y="2743200"/>
            <a:ext cx="2670048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47472" y="2743200"/>
            <a:ext cx="2670048" cy="4114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2064" y="2926080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12064" y="3218688"/>
            <a:ext cx="23408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4200" dirty="0"/>
          </a:p>
        </p:txBody>
      </p:sp>
      <p:sp>
        <p:nvSpPr>
          <p:cNvPr id="30" name="Text 28"/>
          <p:cNvSpPr/>
          <p:nvPr/>
        </p:nvSpPr>
        <p:spPr>
          <a:xfrm>
            <a:off x="512064" y="3895344"/>
            <a:ext cx="23408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localizaciones × 3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200400" y="2743200"/>
            <a:ext cx="2670048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00400" y="2743200"/>
            <a:ext cx="2670048" cy="41148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64992" y="2926080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ÍTEMS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364992" y="3218688"/>
            <a:ext cx="23408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4200" dirty="0"/>
          </a:p>
        </p:txBody>
      </p:sp>
      <p:sp>
        <p:nvSpPr>
          <p:cNvPr id="35" name="Text 33"/>
          <p:cNvSpPr/>
          <p:nvPr/>
        </p:nvSpPr>
        <p:spPr>
          <a:xfrm>
            <a:off x="3364992" y="3895344"/>
            <a:ext cx="23408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Distribuidos por el mundo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053328" y="2743200"/>
            <a:ext cx="2670048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053328" y="2743200"/>
            <a:ext cx="2670048" cy="4114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17920" y="2926080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COMANDOS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217920" y="3218688"/>
            <a:ext cx="23408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4200" dirty="0"/>
          </a:p>
        </p:txBody>
      </p:sp>
      <p:sp>
        <p:nvSpPr>
          <p:cNvPr id="40" name="Text 38"/>
          <p:cNvSpPr/>
          <p:nvPr/>
        </p:nvSpPr>
        <p:spPr>
          <a:xfrm>
            <a:off x="6217920" y="3895344"/>
            <a:ext cx="23408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múltiples sinónimos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201168"/>
            <a:ext cx="502920" cy="34747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20116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60120" y="201168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INTERNA DEL CÓDIGO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47472" y="621792"/>
            <a:ext cx="8458200" cy="16459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956048"/>
            <a:ext cx="914400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4974336"/>
            <a:ext cx="8458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MARVEL: El Último Héroe  ·  Aventura Textual bash  ·  2025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47472" y="4974336"/>
            <a:ext cx="8458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47472" y="804672"/>
            <a:ext cx="267004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7472" y="804672"/>
            <a:ext cx="45720" cy="18288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9326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5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DE ESTADO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30352" y="1243584"/>
            <a:ext cx="2331720" cy="1463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1389888"/>
            <a:ext cx="64008" cy="64008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" y="1335024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HP, MAX_HP, LOC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1773936"/>
            <a:ext cx="64008" cy="64008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" y="171907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GANADO, MUERTO, INV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2157984"/>
            <a:ext cx="64008" cy="64008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6656" y="210312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suelo_[zona] por zona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0" y="804672"/>
            <a:ext cx="267004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0" y="804672"/>
            <a:ext cx="45720" cy="1828800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83280" y="9326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50" kern="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FUNCIONES DE UI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383280" y="1243584"/>
            <a:ext cx="2331720" cy="1463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01568" y="1389888"/>
            <a:ext cx="64008" cy="64008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29584" y="1335024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pr() — imprimir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401568" y="1773936"/>
            <a:ext cx="64008" cy="64008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29584" y="171907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hr() — separador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401568" y="2157984"/>
            <a:ext cx="64008" cy="64008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29584" y="210312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tit() — título centrado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053328" y="804672"/>
            <a:ext cx="267004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053328" y="804672"/>
            <a:ext cx="45720" cy="18288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36208" y="9326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5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 ASCII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236208" y="1243584"/>
            <a:ext cx="2331720" cy="1463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254496" y="1389888"/>
            <a:ext cx="64008" cy="6400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82512" y="1335024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ascii_shield/avengers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254496" y="1773936"/>
            <a:ext cx="64008" cy="6400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82512" y="171907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ascii_wakanda/stark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254496" y="2157984"/>
            <a:ext cx="64008" cy="6400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82512" y="210312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ascii_thanos/strange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47472" y="2798064"/>
            <a:ext cx="267004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47472" y="2798064"/>
            <a:ext cx="45720" cy="18288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0352" y="29260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5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DEL MUNDO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30352" y="3236976"/>
            <a:ext cx="2331720" cy="1463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48640" y="3383280"/>
            <a:ext cx="64008" cy="64008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76656" y="3328416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nombre_zona(), desc_zona()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48640" y="3767328"/>
            <a:ext cx="64008" cy="64008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76656" y="3712464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salidas() — mapa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48640" y="4151376"/>
            <a:ext cx="64008" cy="64008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76656" y="409651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nombre/tipo/desc_item()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3200400" y="2798064"/>
            <a:ext cx="267004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3200400" y="2798064"/>
            <a:ext cx="45720" cy="18288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383280" y="29260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5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FUNCIONES DE COMANDO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3383280" y="3236976"/>
            <a:ext cx="2331720" cy="1463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401568" y="3383280"/>
            <a:ext cx="64008" cy="64008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529584" y="3328416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cmd_mirar/ir/explorar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3401568" y="3767328"/>
            <a:ext cx="64008" cy="64008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529584" y="3712464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cmd_coger/usar/examinar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3401568" y="4151376"/>
            <a:ext cx="64008" cy="64008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529584" y="409651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cmd_atacar/inventario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6053328" y="2798064"/>
            <a:ext cx="267004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6053328" y="2798064"/>
            <a:ext cx="45720" cy="182880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236208" y="29260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50" kern="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 + MAIN LOOP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6236208" y="3236976"/>
            <a:ext cx="2331720" cy="1463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254496" y="3383280"/>
            <a:ext cx="64008" cy="64008"/>
          </a:xfrm>
          <a:prstGeom prst="ellipse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382512" y="3328416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ejecutar() — switch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6254496" y="3767328"/>
            <a:ext cx="64008" cy="64008"/>
          </a:xfrm>
          <a:prstGeom prst="ellipse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382512" y="3712464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"$v" in ...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6254496" y="4151376"/>
            <a:ext cx="64008" cy="64008"/>
          </a:xfrm>
          <a:prstGeom prst="ellipse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382512" y="409651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true; read INPUT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201168"/>
            <a:ext cx="502920" cy="34747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20116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60120" y="201168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COMANDOS DEL JUGADOR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47472" y="621792"/>
            <a:ext cx="8458200" cy="16459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956048"/>
            <a:ext cx="914400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4974336"/>
            <a:ext cx="8458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MARVEL: El Último Héroe  ·  Aventura Textual bash  ·  2025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47472" y="4974336"/>
            <a:ext cx="8458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47472" y="749808"/>
            <a:ext cx="8458200" cy="329184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749808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COMANDO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956816" y="749808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SINÓNIMOS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822192" y="749808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FUNCIÓN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693408" y="74980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EFECTO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47472" y="1078992"/>
            <a:ext cx="84582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107899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ir [dir]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956816" y="107899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s e o · ve · go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822192" y="107899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cmd_ir()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693408" y="10789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Mueve al jugador hacia la zona indicada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47472" y="1444752"/>
            <a:ext cx="8458200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144475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mirar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956816" y="144475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· look · 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822192" y="144475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cmd_mirar()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693408" y="144475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Zona, descripción, ítems y salidas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47472" y="1810512"/>
            <a:ext cx="84582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181051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explorar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956816" y="181051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· registrar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822192" y="181051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cmd_explorar()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693408" y="181051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Revela ítems ocultos y muestra arte ASCII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47472" y="2176272"/>
            <a:ext cx="8458200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217627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coger [obj]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956816" y="217627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agarrar · tomar · take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822192" y="217627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cmd_coger()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693408" y="217627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Transfiere ítem del suelo al inventario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47472" y="2542032"/>
            <a:ext cx="84582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254203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usar [obj]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1956816" y="254203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beber · utilizar · use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822192" y="254203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cmd_usar()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693408" y="254203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Poción → +HP · arma → sin efecto aquí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47472" y="2907792"/>
            <a:ext cx="8458200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290779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examinar [obj]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1956816" y="290779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inspeccionar · inspect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822192" y="290779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cmd_examinar()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693408" y="29077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 descripción detallada del ítem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47472" y="3273552"/>
            <a:ext cx="84582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327355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atacar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1956816" y="327355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luchar · fight · pelear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3822192" y="327355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cmd_atacar()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693408" y="327355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Combate final — requiere el Escudo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47472" y="3639312"/>
            <a:ext cx="8458200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7200" y="363931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inventario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1956816" y="363931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 · i · mochila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3822192" y="363931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cmd_inventario()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693408" y="363931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todos los ítems con tipo e icono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347472" y="4005072"/>
            <a:ext cx="84582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57200" y="400507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ayuda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1956816" y="400507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· h · ?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3822192" y="400507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cmd_ayuda()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6693408" y="400507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 todos los comandos disponibles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347472" y="4370832"/>
            <a:ext cx="8458200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57200" y="437083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salir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1956816" y="437083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· quit · q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3822192" y="437083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exit 0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6693408" y="437083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Cierra el script correctamente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201168"/>
            <a:ext cx="502920" cy="34747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20116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60120" y="201168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COMANDOS: MOVIMIENTO Y EXPLORACIÓN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47472" y="621792"/>
            <a:ext cx="8458200" cy="16459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956048"/>
            <a:ext cx="914400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4974336"/>
            <a:ext cx="8458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MARVEL: El Último Héroe  ·  Aventura Textual bash  ·  2025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47472" y="4974336"/>
            <a:ext cx="8458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47472" y="768096"/>
            <a:ext cx="8458200" cy="122529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7472" y="768096"/>
            <a:ext cx="45720" cy="122529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85953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ir [norte / sur / este / oeste]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0" y="859536"/>
            <a:ext cx="1005840" cy="256032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0" y="85953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Movimiento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629400" y="859536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cmd_ir()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30352" y="1188720"/>
            <a:ext cx="8229600" cy="1280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128016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la dirección en salidas() de la zona actual. Si existe → actualiza LOC y llama cmd_mirar() automáticamente. Si no existe → mensaje de error.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30352" y="1755648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Sinónimos: n · s · e · o · ve norte · go north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577840" y="1261872"/>
            <a:ext cx="3090672" cy="658368"/>
          </a:xfrm>
          <a:prstGeom prst="rect">
            <a:avLst/>
          </a:prstGeom>
          <a:solidFill>
            <a:srgbClr val="1F2937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0" y="1289304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cmd_ir() {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par in $(salidas "$LOC"); do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local d="${par%%:*}"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local dest="${par##*:}"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[[ "$d" == "$dir" ]] &amp;&amp; LOC="$dest"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cmd_mirar; return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done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 "No puedes ir al $dir"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20" dirty="0"/>
          </a:p>
        </p:txBody>
      </p:sp>
      <p:sp>
        <p:nvSpPr>
          <p:cNvPr id="22" name="Shape 20"/>
          <p:cNvSpPr/>
          <p:nvPr/>
        </p:nvSpPr>
        <p:spPr>
          <a:xfrm>
            <a:off x="347472" y="2139696"/>
            <a:ext cx="8458200" cy="122529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47472" y="2139696"/>
            <a:ext cx="45720" cy="122529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0352" y="223113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mirar / ver / look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0" y="2231136"/>
            <a:ext cx="1005840" cy="256032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0" y="223113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Información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629400" y="2231136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cmd_mirar()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30352" y="2560320"/>
            <a:ext cx="8229600" cy="1280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0352" y="265176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 nombre de zona, descripción narrativa, arte ASCII, lista de ítems en el suelo y salidas disponibles. Se ejecuta automáticamente al entrar en una zona.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30352" y="3127248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Sinónimos: ver · observar · look · l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577840" y="2633472"/>
            <a:ext cx="3090672" cy="658368"/>
          </a:xfrm>
          <a:prstGeom prst="rect">
            <a:avLst/>
          </a:prstGeom>
          <a:solidFill>
            <a:srgbClr val="1F2937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69280" y="2660904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cmd_mirar() {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 "$(nombre_zona $LOC)"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 "$(desc_zona $LOC)"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mostrar_ascii "$LOC"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Lista ítems en suelo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Muestra salidas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20" dirty="0"/>
          </a:p>
        </p:txBody>
      </p:sp>
      <p:sp>
        <p:nvSpPr>
          <p:cNvPr id="33" name="Shape 31"/>
          <p:cNvSpPr/>
          <p:nvPr/>
        </p:nvSpPr>
        <p:spPr>
          <a:xfrm>
            <a:off x="347472" y="3511296"/>
            <a:ext cx="8458200" cy="122529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47472" y="3511296"/>
            <a:ext cx="45720" cy="122529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0352" y="360273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explorar / buscar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486400" y="3602736"/>
            <a:ext cx="1005840" cy="256032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0" y="360273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Exploración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629400" y="3602736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cmd_explorar()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30352" y="3931920"/>
            <a:ext cx="8229600" cy="1280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0352" y="402336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 el arte ASCII y vuelve a listar los ítems del suelo. No recoge nada. Útil para refrescar información sin cambiar de zona.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30352" y="4498848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Sinónimos: buscar · registrar · investigar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5577840" y="4005072"/>
            <a:ext cx="3090672" cy="658368"/>
          </a:xfrm>
          <a:prstGeom prst="rect">
            <a:avLst/>
          </a:prstGeom>
          <a:solidFill>
            <a:srgbClr val="1F2937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669280" y="4032504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cmd_explorar() {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mostrar_ascii "$LOC"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local s=$(get_suelo "$LOC")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[[ -n "$s" ]]; then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listar ítems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else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 "Nada más que recoger."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201168"/>
            <a:ext cx="502920" cy="34747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20116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60120" y="201168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COMANDOS: OBJETOS E INVENTARIO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47472" y="621792"/>
            <a:ext cx="8458200" cy="16459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956048"/>
            <a:ext cx="914400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4974336"/>
            <a:ext cx="8458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MARVEL: El Último Héroe  ·  Aventura Textual bash  ·  2025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47472" y="4974336"/>
            <a:ext cx="8458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47472" y="786384"/>
            <a:ext cx="41605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7472" y="786384"/>
            <a:ext cx="4160520" cy="4114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" y="9144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coger [objeto]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456432" y="914400"/>
            <a:ext cx="914400" cy="256032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56432" y="9144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Recoger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93776" y="12252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cmd_coger()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93776" y="1463040"/>
            <a:ext cx="3858768" cy="1280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" y="1536192"/>
            <a:ext cx="3858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Coincidencia parcial via buscar_suelo(): 'coger rifle' = 'coger rifle de plasma'. Elimina de suelo_[zona] y añade a $INV. Armadura → MAX_HP+40. Escudo → mensaje especial.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93776" y="2249424"/>
            <a:ext cx="3858768" cy="329184"/>
          </a:xfrm>
          <a:prstGeom prst="rect">
            <a:avLst/>
          </a:prstGeom>
          <a:solidFill>
            <a:srgbClr val="1F2937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227685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coger rifle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tomar escudo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get pocion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690872" y="786384"/>
            <a:ext cx="41605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90872" y="786384"/>
            <a:ext cx="4160520" cy="4114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37176" y="9144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usar [objeto]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799832" y="914400"/>
            <a:ext cx="914400" cy="256032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99832" y="9144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Usar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837176" y="12252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cmd_usar()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837176" y="1463040"/>
            <a:ext cx="3858768" cy="1280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37176" y="1536192"/>
            <a:ext cx="3858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pocion → +50 HP y se consume del inventario. Tipo arma → 'no hay enemigo aquí'. Tipo clave/armadura → muestra descripción del ítem.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37176" y="2249424"/>
            <a:ext cx="3858768" cy="329184"/>
          </a:xfrm>
          <a:prstGeom prst="rect">
            <a:avLst/>
          </a:prstGeom>
          <a:solidFill>
            <a:srgbClr val="1F2937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10328" y="227685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usar pocion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beber pocion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use pocion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47472" y="2816352"/>
            <a:ext cx="41605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47472" y="2816352"/>
            <a:ext cx="4160520" cy="4114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3776" y="29443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examinar [objeto]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456432" y="2944368"/>
            <a:ext cx="914400" cy="256032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56432" y="29443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Inspeccionar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93776" y="325526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cmd_examinar()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93776" y="3493008"/>
            <a:ext cx="3858768" cy="1280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3776" y="3566160"/>
            <a:ext cx="3858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a desc_item() sobre el ítem del inventario. No consume ni modifica. Solo funciona con ítems que ya están en $INV.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93776" y="4279392"/>
            <a:ext cx="3858768" cy="329184"/>
          </a:xfrm>
          <a:prstGeom prst="rect">
            <a:avLst/>
          </a:prstGeom>
          <a:solidFill>
            <a:srgbClr val="1F2937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66928" y="43068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examinar escudo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inspect rifle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690872" y="2816352"/>
            <a:ext cx="41605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690872" y="2816352"/>
            <a:ext cx="4160520" cy="4114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37176" y="29443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inventario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7799832" y="2944368"/>
            <a:ext cx="914400" cy="256032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799832" y="29443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 todo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837176" y="325526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cmd_inventario()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837176" y="3493008"/>
            <a:ext cx="3858768" cy="1280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37176" y="3566160"/>
            <a:ext cx="3858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Recorre $INV mostrando icono por tipo (⚔ arma · 🛡 armadura · ⚗ poción · ★ clave), nombre completo y descripción breve de cada ítem.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837176" y="4279392"/>
            <a:ext cx="3858768" cy="329184"/>
          </a:xfrm>
          <a:prstGeom prst="rect">
            <a:avLst/>
          </a:prstGeom>
          <a:solidFill>
            <a:srgbClr val="1F2937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10328" y="43068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inventario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inv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i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201168"/>
            <a:ext cx="502920" cy="34747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20116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60120" y="201168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COMBATE: cmd_atacar()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47472" y="621792"/>
            <a:ext cx="8458200" cy="16459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956048"/>
            <a:ext cx="914400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4974336"/>
            <a:ext cx="8458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MARVEL: El Último Héroe  ·  Aventura Textual bash  ·  2025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47472" y="4974336"/>
            <a:ext cx="8458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47472" y="804672"/>
            <a:ext cx="5029200" cy="585216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12064" y="1051560"/>
            <a:ext cx="91440" cy="91440"/>
          </a:xfrm>
          <a:prstGeom prst="ellipse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6656" y="85953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 actual ≠ campo_centro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76656" y="11155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'No hay enemigo aquí. No eres el Punisher.'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47472" y="1499616"/>
            <a:ext cx="5029200" cy="585216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12064" y="1746504"/>
            <a:ext cx="91440" cy="91440"/>
          </a:xfrm>
          <a:prstGeom prst="ellipse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6656" y="1554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el Escudo del Capitán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76656" y="181051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Thanos inmune · −20 HP por intento · a 0 HP → GAME OVER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47472" y="2194560"/>
            <a:ext cx="5029200" cy="585216"/>
          </a:xfrm>
          <a:prstGeom prst="rect">
            <a:avLst/>
          </a:prstGeom>
          <a:solidFill>
            <a:srgbClr val="F0FDF4"/>
          </a:solidFill>
          <a:ln w="1270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12064" y="2441448"/>
            <a:ext cx="91440" cy="91440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6656" y="224942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el Escudo ★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76656" y="250545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VICTORIA — el vibranium destruye el Guantelete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47472" y="2889504"/>
            <a:ext cx="5029200" cy="585216"/>
          </a:xfrm>
          <a:prstGeom prst="rect">
            <a:avLst/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12064" y="3136392"/>
            <a:ext cx="91440" cy="9144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6656" y="29443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Libro de Hechizos en inventario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76656" y="32004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Bonus: Crimson Bands of Cyttorak (diálogo adicional)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47472" y="3584448"/>
            <a:ext cx="5029200" cy="585216"/>
          </a:xfrm>
          <a:prstGeom prst="rect">
            <a:avLst/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12064" y="3831336"/>
            <a:ext cx="91440" cy="9144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6656" y="36393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Rifle de Plasma en inventario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76656" y="389534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Bonus: ataque extra mientras Thanos está inmovilizado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559552" y="804672"/>
            <a:ext cx="3246120" cy="4160520"/>
          </a:xfrm>
          <a:prstGeom prst="rect">
            <a:avLst/>
          </a:prstGeom>
          <a:solidFill>
            <a:srgbClr val="1F2937"/>
          </a:solidFill>
          <a:ln w="12700">
            <a:solidFill>
              <a:srgbClr val="2D37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705856" y="92354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852160" y="92354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998464" y="92354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559552" y="1124712"/>
            <a:ext cx="3246120" cy="16459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705856" y="1152144"/>
            <a:ext cx="3026664" cy="3739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[[ "$LOC" != "campo_centro" ]] &amp;&amp;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 "No hay enemigo aquí" &amp;&amp; return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[[ $GANADO -eq 1 ]] &amp;&amp; return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! tiene "escudo"; then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 "¡Sin el Escudo no funciona!"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HP=$(( HP - 20 ))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[[ $HP -le 0 ]] &amp;&amp;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HP=0 &amp;&amp; MUERTO=1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=== CON ESCUDO ===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 "¡Lanzas el ESCUDO!"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 "El vibranium destruye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 Guantelete"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tiene "libro" &amp;&amp;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 "Crimson Bands!"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tiene "rifle" &amp;&amp;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 "¡Disparo de Plasma!"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 "*** VICTORIA TOTAL ***"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GANADO=1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201168"/>
            <a:ext cx="502920" cy="34747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20116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60120" y="201168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DEL MUNDO — 15 ZONAS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47472" y="621792"/>
            <a:ext cx="8458200" cy="16459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956048"/>
            <a:ext cx="914400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4974336"/>
            <a:ext cx="8458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MARVEL: El Último Héroe  ·  Aventura Textual bash  ·  2025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47472" y="4974336"/>
            <a:ext cx="8458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07A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47472" y="804672"/>
            <a:ext cx="1572768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7472" y="804672"/>
            <a:ext cx="1572768" cy="5486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7472" y="804672"/>
            <a:ext cx="1572768" cy="475488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0624" y="804672"/>
            <a:ext cx="14264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S.H.I.E.L.D.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38912" y="1371600"/>
            <a:ext cx="1389888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1481328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21792" y="1847088"/>
            <a:ext cx="1024128" cy="256032"/>
          </a:xfrm>
          <a:prstGeom prst="rect">
            <a:avLst/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" y="1847088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65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★ INICIO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8912" y="2487168"/>
            <a:ext cx="1389888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2596896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 Control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38912" y="3602736"/>
            <a:ext cx="1389888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3712464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Armería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21792" y="4078224"/>
            <a:ext cx="1024128" cy="256032"/>
          </a:xfrm>
          <a:prstGeom prst="rect">
            <a:avLst/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" y="4078224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65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Rifle · Poción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084832" y="804672"/>
            <a:ext cx="1572768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084832" y="804672"/>
            <a:ext cx="1572768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084832" y="804672"/>
            <a:ext cx="1572768" cy="475488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157984" y="804672"/>
            <a:ext cx="14264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Torre Vengadores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176272" y="1371600"/>
            <a:ext cx="1389888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176272" y="1481328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Vestíbulo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176272" y="2487168"/>
            <a:ext cx="1389888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176272" y="2596896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 Reuniones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176272" y="3602736"/>
            <a:ext cx="1389888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176272" y="3712464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Lab. Stark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359152" y="4078224"/>
            <a:ext cx="1024128" cy="256032"/>
          </a:xfrm>
          <a:prstGeom prst="rect">
            <a:avLst/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359152" y="4078224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65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Armadura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822192" y="804672"/>
            <a:ext cx="1572768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822192" y="804672"/>
            <a:ext cx="1572768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822192" y="804672"/>
            <a:ext cx="1572768" cy="475488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895344" y="804672"/>
            <a:ext cx="14264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Wakanda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913632" y="1371600"/>
            <a:ext cx="1389888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913632" y="1481328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Llanuras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913632" y="2487168"/>
            <a:ext cx="1389888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913632" y="2596896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 del Trono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913632" y="3602736"/>
            <a:ext cx="1389888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913632" y="3712464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Minas Vibranium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096512" y="4078224"/>
            <a:ext cx="1024128" cy="256032"/>
          </a:xfrm>
          <a:prstGeom prst="rect">
            <a:avLst/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096512" y="4078224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65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Lingote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5559552" y="804672"/>
            <a:ext cx="1572768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5559552" y="804672"/>
            <a:ext cx="1572768" cy="5486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559552" y="804672"/>
            <a:ext cx="1572768" cy="475488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632704" y="804672"/>
            <a:ext cx="14264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Sancta Sanctorum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5650992" y="1371600"/>
            <a:ext cx="1389888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650992" y="1481328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Bleecker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5650992" y="2487168"/>
            <a:ext cx="1389888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650992" y="2596896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5833872" y="2962656"/>
            <a:ext cx="1024128" cy="256032"/>
          </a:xfrm>
          <a:prstGeom prst="rect">
            <a:avLst/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833872" y="2962656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65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Libro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5650992" y="3602736"/>
            <a:ext cx="1389888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650992" y="3712464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 Portales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5833872" y="4078224"/>
            <a:ext cx="1024128" cy="256032"/>
          </a:xfrm>
          <a:prstGeom prst="rect">
            <a:avLst/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833872" y="4078224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65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Guantelete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7296912" y="804672"/>
            <a:ext cx="1572768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7296912" y="804672"/>
            <a:ext cx="1572768" cy="54864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296912" y="804672"/>
            <a:ext cx="1572768" cy="475488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370064" y="804672"/>
            <a:ext cx="14264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 de Batalla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7388352" y="1371600"/>
            <a:ext cx="1389888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388352" y="1481328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Puerta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7388352" y="2487168"/>
            <a:ext cx="1389888" cy="987552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388352" y="2596896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7571232" y="2962656"/>
            <a:ext cx="1024128" cy="256032"/>
          </a:xfrm>
          <a:prstGeom prst="rect">
            <a:avLst/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571232" y="2962656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9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☠ BOSS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7388352" y="3602736"/>
            <a:ext cx="1389888" cy="987552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388352" y="3712464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Refugio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7571232" y="4078224"/>
            <a:ext cx="1024128" cy="256032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571232" y="4078224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★ ESCUDO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347472" y="4864608"/>
            <a:ext cx="8458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Inicio del juego  ·  ☠ Jefe final  ·  El Escudo debe recogerse en el Refugio ANTES de atacar en el Centro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201168"/>
            <a:ext cx="502920" cy="34747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20116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07B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60120" y="201168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ÍTEMS — 10 OBJETOS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47472" y="621792"/>
            <a:ext cx="8458200" cy="16459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956048"/>
            <a:ext cx="914400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4974336"/>
            <a:ext cx="8458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MARVEL: El Último Héroe  ·  Aventura Textual bash  ·  2025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47472" y="4974336"/>
            <a:ext cx="8458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07B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47472" y="749808"/>
            <a:ext cx="8458200" cy="329184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749808"/>
            <a:ext cx="2724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ÍTEM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273552" y="74980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462272" y="74980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EFECTO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108192" y="74980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662672" y="74980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CLAVE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47472" y="1078992"/>
            <a:ext cx="84582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1078992"/>
            <a:ext cx="2724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Garra de Vibranium (T'Challa)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73552" y="1133856"/>
            <a:ext cx="1024128" cy="256032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73552" y="1133856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Arma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462272" y="107899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Daño 25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108192" y="107899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Inv. inicial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47472" y="1444752"/>
            <a:ext cx="8458200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1444752"/>
            <a:ext cx="2724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Rifle de Plasma S.H.I.E.L.D.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73552" y="1499616"/>
            <a:ext cx="1024128" cy="256032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73552" y="1499616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Arma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462272" y="144475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Daño 35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108192" y="144475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Armería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47472" y="1810512"/>
            <a:ext cx="84582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7472" y="1810512"/>
            <a:ext cx="36576" cy="3657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1810512"/>
            <a:ext cx="2724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Escudo del Capitán América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273552" y="1865376"/>
            <a:ext cx="1024128" cy="256032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73552" y="1865376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Arma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462272" y="181051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Daño 60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108192" y="181051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Refugio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662672" y="181051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GANAR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47472" y="2176272"/>
            <a:ext cx="8458200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2176272"/>
            <a:ext cx="2724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Armadura Iron Man Mark L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273552" y="2231136"/>
            <a:ext cx="1024128" cy="256032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73552" y="2231136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Armadura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462272" y="217627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+40 HP máx.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108192" y="217627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Lab. Stark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47472" y="2542032"/>
            <a:ext cx="84582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2542032"/>
            <a:ext cx="2724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Poción de Curación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273552" y="2596896"/>
            <a:ext cx="1024128" cy="256032"/>
          </a:xfrm>
          <a:prstGeom prst="rect">
            <a:avLst/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73552" y="2596896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Poción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4462272" y="254203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+50 HP (se consume)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108192" y="254203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Armería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47472" y="2907792"/>
            <a:ext cx="8458200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7200" y="2907792"/>
            <a:ext cx="2724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Rastreador del Capitán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3273552" y="2962656"/>
            <a:ext cx="1024128" cy="256032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273552" y="2962656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Clave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4462272" y="290779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Localiza el escudo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108192" y="290779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 Reuniones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347472" y="3273552"/>
            <a:ext cx="84582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57200" y="3273552"/>
            <a:ext cx="2724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Inteligencia sobre Thanos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3273552" y="3328416"/>
            <a:ext cx="1024128" cy="256032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273552" y="3328416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Clave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4462272" y="327355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clasificados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6108192" y="327355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 Control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347472" y="3639312"/>
            <a:ext cx="8458200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57200" y="3639312"/>
            <a:ext cx="2724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Lingote de Vibranium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3273552" y="3694176"/>
            <a:ext cx="1024128" cy="256032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273552" y="3694176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Clave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4462272" y="363931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precioso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6108192" y="363931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Minas Wakanda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347472" y="4005072"/>
            <a:ext cx="84582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57200" y="4005072"/>
            <a:ext cx="2724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Libro de Hechizos de Strange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3273552" y="4059936"/>
            <a:ext cx="1024128" cy="256032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273552" y="4059936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Clave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4462272" y="400507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Hechizo en combate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6108192" y="400507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347472" y="4370832"/>
            <a:ext cx="8458200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57200" y="4370832"/>
            <a:ext cx="2724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Guantelete Roto del Infinito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3273552" y="4425696"/>
            <a:ext cx="1024128" cy="256032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273552" y="4425696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Clave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4462272" y="437083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Objeto narrativo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6108192" y="437083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 Portales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201168"/>
            <a:ext cx="502920" cy="34747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20116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60120" y="201168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AÑADIR UN NUEVO ENEMIGO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47472" y="621792"/>
            <a:ext cx="8458200" cy="16459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956048"/>
            <a:ext cx="914400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4974336"/>
            <a:ext cx="8458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MARVEL: El Último Héroe  ·  Aventura Textual bash  ·  2025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47472" y="4974336"/>
            <a:ext cx="8458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47472" y="786384"/>
            <a:ext cx="84582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7472" y="786384"/>
            <a:ext cx="502920" cy="123444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7472" y="786384"/>
            <a:ext cx="36576" cy="12344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786384"/>
            <a:ext cx="502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50976" y="877824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la zona en el mapa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50976" y="118872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Añadir en salidas() la conexión bidireccional, y registrar nombre y descripción en nombre_zona() y desc_zona().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81728" y="877824"/>
            <a:ext cx="4005072" cy="1069848"/>
          </a:xfrm>
          <a:prstGeom prst="rect">
            <a:avLst/>
          </a:prstGeom>
          <a:solidFill>
            <a:srgbClr val="1F2937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73168" y="905256"/>
            <a:ext cx="38221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salidas()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shield_armeria) echo "oeste:shield_control norte:guarida_loki" ;;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guarida_loki)   echo "sur:shield_armeria" ;;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nombre_zona() y desc_zona()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guarida_loki) echo "Guarida de Loki" ;;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guarida_loki) echo "El dios de las mentiras te espera." ;;</a:t>
            </a:r>
            <a:endParaRPr lang="en-US" sz="780" dirty="0"/>
          </a:p>
        </p:txBody>
      </p:sp>
      <p:sp>
        <p:nvSpPr>
          <p:cNvPr id="19" name="Shape 17"/>
          <p:cNvSpPr/>
          <p:nvPr/>
        </p:nvSpPr>
        <p:spPr>
          <a:xfrm>
            <a:off x="347472" y="2157984"/>
            <a:ext cx="84582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47472" y="2157984"/>
            <a:ext cx="502920" cy="123444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" y="2157984"/>
            <a:ext cx="36576" cy="1234440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2157984"/>
            <a:ext cx="502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50976" y="2249424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Añadir HP + lógica en cmd_atacar()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50976" y="256032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Declarar variables de HP al inicio del script e insertar un bloque de combate en cmd_atacar() antes del bloque de Thanos.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81728" y="2249424"/>
            <a:ext cx="4005072" cy="1069848"/>
          </a:xfrm>
          <a:prstGeom prst="rect">
            <a:avLst/>
          </a:prstGeom>
          <a:solidFill>
            <a:srgbClr val="1F2937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73168" y="2276856"/>
            <a:ext cx="38221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Inicio del script: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LOKI_HP=80; LOKI_VIVO=1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En cmd_atacar():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[[ "$LOC" == "guarida_loki" &amp;&amp; $LOKI_VIVO -eq 1 ]] &amp;&amp; {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tiene "libro" &amp;&amp; LOKI_HP=$(( LOKI_HP - 30 ))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[[ $LOKI_HP -le 0 ]] &amp;&amp; LOKI_VIVO=0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tiene "libro" || { HP=$(( HP - 15 )); }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return; }</a:t>
            </a:r>
            <a:endParaRPr lang="en-US" sz="780" dirty="0"/>
          </a:p>
        </p:txBody>
      </p:sp>
      <p:sp>
        <p:nvSpPr>
          <p:cNvPr id="27" name="Shape 25"/>
          <p:cNvSpPr/>
          <p:nvPr/>
        </p:nvSpPr>
        <p:spPr>
          <a:xfrm>
            <a:off x="347472" y="3529584"/>
            <a:ext cx="84582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47472" y="3529584"/>
            <a:ext cx="502920" cy="123444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7472" y="3529584"/>
            <a:ext cx="36576" cy="123444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" y="3529584"/>
            <a:ext cx="502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950976" y="3621024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Añadir ítem de recompensa en la zona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50976" y="393192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Declarar la variable suelo_[zona] y registrar el nuevo ítem en nombre_item(), desc_item() y tipo_item().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681728" y="3621024"/>
            <a:ext cx="4005072" cy="1069848"/>
          </a:xfrm>
          <a:prstGeom prst="rect">
            <a:avLst/>
          </a:prstGeom>
          <a:solidFill>
            <a:srgbClr val="1F2937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73168" y="3648456"/>
            <a:ext cx="38221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suelo_guarida_loki="llave_asgard"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nombre_item():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llave_asgard) echo "Llave de Asgard" ;;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desc_item():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llave_asgard) echo "Forjada por los enanos." ;;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tipo_item():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llave_asgard) echo "clave" ;;</a:t>
            </a:r>
            <a:endParaRPr lang="en-US" sz="7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201168"/>
            <a:ext cx="502920" cy="34747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20116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60120" y="201168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POSIBLES MEJORAS Y EXTENSIONES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47472" y="621792"/>
            <a:ext cx="8458200" cy="16459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956048"/>
            <a:ext cx="914400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4974336"/>
            <a:ext cx="8458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MARVEL: El Último Héroe  ·  Aventura Textual bash  ·  2025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47472" y="4974336"/>
            <a:ext cx="8458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47472" y="804672"/>
            <a:ext cx="267004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7472" y="804672"/>
            <a:ext cx="45720" cy="182880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95097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MÚLTIPLES ENEMIGOS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30352" y="1261872"/>
            <a:ext cx="2331720" cy="1463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1371600"/>
            <a:ext cx="23774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Loki, Ultron, Dormammu — cada uno en su zona con HP propio y arma especial requerida.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0" y="804672"/>
            <a:ext cx="267004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0" y="804672"/>
            <a:ext cx="45720" cy="18288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0" y="95097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GUARDADO DE PARTIDA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383280" y="1261872"/>
            <a:ext cx="2331720" cy="1463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0" y="1371600"/>
            <a:ext cx="23774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Serializar $INV, $HP y $LOC en fichero .save con echo; restaurar con source al inicio.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053328" y="804672"/>
            <a:ext cx="267004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53328" y="804672"/>
            <a:ext cx="45720" cy="18288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36208" y="95097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COMBATE POR TURNOS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236208" y="1261872"/>
            <a:ext cx="2331720" cy="1463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36208" y="1371600"/>
            <a:ext cx="23774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% 20 para daño variable, posibilidad de fallo y golpes críticos por turno.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47472" y="2798064"/>
            <a:ext cx="267004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47472" y="2798064"/>
            <a:ext cx="45720" cy="18288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0352" y="294436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LOCALIZACIONES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30352" y="3255264"/>
            <a:ext cx="2331720" cy="1463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0352" y="3364992"/>
            <a:ext cx="23774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Asgard, Xandar, Kamar-Taj — añadir en salidas(), nombre_zona() y desc_zona().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00400" y="2798064"/>
            <a:ext cx="267004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00400" y="2798064"/>
            <a:ext cx="45720" cy="18288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83280" y="294436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MISIONES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383280" y="3255264"/>
            <a:ext cx="2331720" cy="1463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83280" y="3364992"/>
            <a:ext cx="23774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de objetivos secundarios con recompensas de ítems exclusivos o puntos de HP.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053328" y="2798064"/>
            <a:ext cx="267004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053328" y="2798064"/>
            <a:ext cx="45720" cy="182880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36208" y="294436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SONIDO AMBIENTAL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236208" y="3255264"/>
            <a:ext cx="2331720" cy="1463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36208" y="3364992"/>
            <a:ext cx="23774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Reproducir .mp3 con mpg123 en background para ambientar cada zona y el combate.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61D2E"/>
          </a:solidFill>
          <a:ln w="12700">
            <a:solidFill>
              <a:srgbClr val="161D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65392" y="0"/>
            <a:ext cx="36576" cy="51435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475488"/>
            <a:ext cx="2926080" cy="74980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75488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MARVEL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5852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 marvel_es.sh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1938528"/>
            <a:ext cx="5852160" cy="2286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121408"/>
            <a:ext cx="5852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¿Preguntas?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57200" y="281635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bash · Sin dependencias · 15 zonas · 10 comandos · 10 ítems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218688"/>
            <a:ext cx="5852160" cy="1508760"/>
          </a:xfrm>
          <a:prstGeom prst="rect">
            <a:avLst/>
          </a:prstGeom>
          <a:solidFill>
            <a:srgbClr val="0F2918"/>
          </a:solidFill>
          <a:ln w="12700">
            <a:solidFill>
              <a:srgbClr val="16653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3218688"/>
            <a:ext cx="45720" cy="15087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" y="3383280"/>
            <a:ext cx="658368" cy="658368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33832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CF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389888" y="3273552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Hulk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389888" y="352958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BF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No te cabrees, ¿eh?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389888" y="3858768"/>
            <a:ext cx="4754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«Siempre estoy cabreado.»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675120" y="82296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6675120" y="1371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675120" y="18288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6675120" y="2377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Comandos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675120" y="28346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6675120" y="33832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Ítems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675120" y="38404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4000" dirty="0"/>
          </a:p>
        </p:txBody>
      </p:sp>
      <p:sp>
        <p:nvSpPr>
          <p:cNvPr id="24" name="Text 22"/>
          <p:cNvSpPr/>
          <p:nvPr/>
        </p:nvSpPr>
        <p:spPr>
          <a:xfrm>
            <a:off x="6675120" y="43891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Respuestas rand.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MARVEL: El Último Héroe — Documentación Técnica</dc:title>
  <dc:subject>PptxGenJS Presentation</dc:subject>
  <dc:creator>PptxGenJS</dc:creator>
  <cp:lastModifiedBy>PptxGenJS</cp:lastModifiedBy>
  <cp:revision>1</cp:revision>
  <dcterms:created xsi:type="dcterms:W3CDTF">2026-03-06T11:07:01Z</dcterms:created>
  <dcterms:modified xsi:type="dcterms:W3CDTF">2026-03-06T11:07:01Z</dcterms:modified>
</cp:coreProperties>
</file>